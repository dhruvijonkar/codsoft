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C4A9B-8FBC-479F-84A5-F7476740DA0A}" v="16" dt="2026-09-07T04:42:26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hvi Ahire" userId="cefbd9f62291a2ab" providerId="LiveId" clId="{B19EA55F-1867-430D-902D-AE5110608BFF}"/>
    <pc:docChg chg="custSel addSld delSld modSld">
      <pc:chgData name="Janhvi Ahire" userId="cefbd9f62291a2ab" providerId="LiveId" clId="{B19EA55F-1867-430D-902D-AE5110608BFF}" dt="2026-09-07T04:55:27.047" v="82" actId="21"/>
      <pc:docMkLst>
        <pc:docMk/>
      </pc:docMkLst>
      <pc:sldChg chg="addSp delSp modSp mod">
        <pc:chgData name="Janhvi Ahire" userId="cefbd9f62291a2ab" providerId="LiveId" clId="{B19EA55F-1867-430D-902D-AE5110608BFF}" dt="2026-09-07T04:55:27.047" v="82" actId="21"/>
        <pc:sldMkLst>
          <pc:docMk/>
          <pc:sldMk cId="3102728810" sldId="256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3102728810" sldId="256"/>
            <ac:spMk id="2" creationId="{7D0684A6-28A2-4B8C-6E6A-C281A9B2467B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3102728810" sldId="256"/>
            <ac:spMk id="3" creationId="{4AECA6BA-CCD3-6FB7-1103-7B55B5125145}"/>
          </ac:spMkLst>
        </pc:spChg>
        <pc:picChg chg="add del mod ord">
          <ac:chgData name="Janhvi Ahire" userId="cefbd9f62291a2ab" providerId="LiveId" clId="{B19EA55F-1867-430D-902D-AE5110608BFF}" dt="2026-09-07T04:47:41.777" v="75" actId="21"/>
          <ac:picMkLst>
            <pc:docMk/>
            <pc:sldMk cId="3102728810" sldId="256"/>
            <ac:picMk id="5" creationId="{50F301D5-6779-C874-1D6A-2F4A1E714DC5}"/>
          </ac:picMkLst>
        </pc:picChg>
        <pc:picChg chg="add del mod">
          <ac:chgData name="Janhvi Ahire" userId="cefbd9f62291a2ab" providerId="LiveId" clId="{B19EA55F-1867-430D-902D-AE5110608BFF}" dt="2026-09-07T04:53:58.462" v="77" actId="21"/>
          <ac:picMkLst>
            <pc:docMk/>
            <pc:sldMk cId="3102728810" sldId="256"/>
            <ac:picMk id="7" creationId="{28F371D5-8493-7367-C631-5DC9C658BC23}"/>
          </ac:picMkLst>
        </pc:picChg>
        <pc:picChg chg="add del mod ord">
          <ac:chgData name="Janhvi Ahire" userId="cefbd9f62291a2ab" providerId="LiveId" clId="{B19EA55F-1867-430D-902D-AE5110608BFF}" dt="2026-09-07T04:55:27.047" v="82" actId="21"/>
          <ac:picMkLst>
            <pc:docMk/>
            <pc:sldMk cId="3102728810" sldId="256"/>
            <ac:picMk id="9" creationId="{E6D466FD-C770-4D7A-6A42-5EC2A145FC90}"/>
          </ac:picMkLst>
        </pc:picChg>
      </pc:sldChg>
      <pc:sldChg chg="addSp delSp modSp mod">
        <pc:chgData name="Janhvi Ahire" userId="cefbd9f62291a2ab" providerId="LiveId" clId="{B19EA55F-1867-430D-902D-AE5110608BFF}" dt="2026-09-07T04:33:09.170" v="67" actId="21"/>
        <pc:sldMkLst>
          <pc:docMk/>
          <pc:sldMk cId="891126284" sldId="257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891126284" sldId="257"/>
            <ac:spMk id="2" creationId="{F4F4DAB7-6330-18F7-7CE8-3F7D7B838DBC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891126284" sldId="257"/>
            <ac:spMk id="3" creationId="{3018FFB0-5F0E-F76A-5228-630C66EB179B}"/>
          </ac:spMkLst>
        </pc:spChg>
        <pc:picChg chg="add del mod">
          <ac:chgData name="Janhvi Ahire" userId="cefbd9f62291a2ab" providerId="LiveId" clId="{B19EA55F-1867-430D-902D-AE5110608BFF}" dt="2026-09-07T04:20:40.628" v="63" actId="21"/>
          <ac:picMkLst>
            <pc:docMk/>
            <pc:sldMk cId="891126284" sldId="257"/>
            <ac:picMk id="5" creationId="{38665CE8-7F66-2DEC-222B-78DFF8D3D278}"/>
          </ac:picMkLst>
        </pc:picChg>
        <pc:picChg chg="add del mod">
          <ac:chgData name="Janhvi Ahire" userId="cefbd9f62291a2ab" providerId="LiveId" clId="{B19EA55F-1867-430D-902D-AE5110608BFF}" dt="2026-09-07T04:33:09.170" v="67" actId="21"/>
          <ac:picMkLst>
            <pc:docMk/>
            <pc:sldMk cId="891126284" sldId="257"/>
            <ac:picMk id="7" creationId="{4DA03462-E961-ED62-59DB-5CE0071CAE33}"/>
          </ac:picMkLst>
        </pc:picChg>
      </pc:sldChg>
      <pc:sldChg chg="modSp">
        <pc:chgData name="Janhvi Ahire" userId="cefbd9f62291a2ab" providerId="LiveId" clId="{B19EA55F-1867-430D-902D-AE5110608BFF}" dt="2026-09-07T04:09:57.588" v="21"/>
        <pc:sldMkLst>
          <pc:docMk/>
          <pc:sldMk cId="2647294394" sldId="258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2647294394" sldId="258"/>
            <ac:spMk id="2" creationId="{9A93C7EC-638D-6254-FA9D-52C292C873CE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2647294394" sldId="258"/>
            <ac:spMk id="3" creationId="{3D150807-86C3-D8B9-7D22-684B04B47F25}"/>
          </ac:spMkLst>
        </pc:spChg>
      </pc:sldChg>
      <pc:sldChg chg="modSp">
        <pc:chgData name="Janhvi Ahire" userId="cefbd9f62291a2ab" providerId="LiveId" clId="{B19EA55F-1867-430D-902D-AE5110608BFF}" dt="2026-09-07T04:09:57.588" v="21"/>
        <pc:sldMkLst>
          <pc:docMk/>
          <pc:sldMk cId="948275246" sldId="259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948275246" sldId="259"/>
            <ac:spMk id="2" creationId="{AB848730-E716-5E3A-9206-F897BFED7094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948275246" sldId="259"/>
            <ac:spMk id="3" creationId="{E3C5A2D4-148B-A03D-D2B6-04AB0A0BD3B7}"/>
          </ac:spMkLst>
        </pc:spChg>
      </pc:sldChg>
      <pc:sldChg chg="modSp new">
        <pc:chgData name="Janhvi Ahire" userId="cefbd9f62291a2ab" providerId="LiveId" clId="{B19EA55F-1867-430D-902D-AE5110608BFF}" dt="2026-09-07T04:09:57.588" v="21"/>
        <pc:sldMkLst>
          <pc:docMk/>
          <pc:sldMk cId="3077730626" sldId="260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3077730626" sldId="260"/>
            <ac:spMk id="2" creationId="{E9D4BCB3-0032-3984-E52C-E243A1E3633D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3077730626" sldId="260"/>
            <ac:spMk id="3" creationId="{B0C212B4-4A16-C6B7-311B-3122FA74CEC9}"/>
          </ac:spMkLst>
        </pc:spChg>
      </pc:sldChg>
      <pc:sldChg chg="modSp new">
        <pc:chgData name="Janhvi Ahire" userId="cefbd9f62291a2ab" providerId="LiveId" clId="{B19EA55F-1867-430D-902D-AE5110608BFF}" dt="2026-09-07T04:09:57.588" v="21"/>
        <pc:sldMkLst>
          <pc:docMk/>
          <pc:sldMk cId="1499586574" sldId="261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1499586574" sldId="261"/>
            <ac:spMk id="2" creationId="{76678506-204F-4CED-6C90-824538FC59E8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1499586574" sldId="261"/>
            <ac:spMk id="3" creationId="{6D20A08F-8F68-1910-72BD-EE0C28987798}"/>
          </ac:spMkLst>
        </pc:spChg>
      </pc:sldChg>
      <pc:sldChg chg="modSp new">
        <pc:chgData name="Janhvi Ahire" userId="cefbd9f62291a2ab" providerId="LiveId" clId="{B19EA55F-1867-430D-902D-AE5110608BFF}" dt="2026-09-07T04:09:57.588" v="21"/>
        <pc:sldMkLst>
          <pc:docMk/>
          <pc:sldMk cId="1622999267" sldId="262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1622999267" sldId="262"/>
            <ac:spMk id="2" creationId="{71CD8C3A-3ABC-BF96-152B-50999CBFE358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1622999267" sldId="262"/>
            <ac:spMk id="3" creationId="{5E98E816-9D03-9C56-2EB7-91BE6AFE6CB9}"/>
          </ac:spMkLst>
        </pc:spChg>
      </pc:sldChg>
      <pc:sldChg chg="modSp new del mod">
        <pc:chgData name="Janhvi Ahire" userId="cefbd9f62291a2ab" providerId="LiveId" clId="{B19EA55F-1867-430D-902D-AE5110608BFF}" dt="2026-09-07T04:13:37.744" v="22" actId="2696"/>
        <pc:sldMkLst>
          <pc:docMk/>
          <pc:sldMk cId="487685833" sldId="263"/>
        </pc:sldMkLst>
        <pc:spChg chg="mod">
          <ac:chgData name="Janhvi Ahire" userId="cefbd9f62291a2ab" providerId="LiveId" clId="{B19EA55F-1867-430D-902D-AE5110608BFF}" dt="2026-09-07T04:09:57.588" v="21"/>
          <ac:spMkLst>
            <pc:docMk/>
            <pc:sldMk cId="487685833" sldId="263"/>
            <ac:spMk id="2" creationId="{64A6A431-4279-A2B2-E72E-ED95F26A0AA1}"/>
          </ac:spMkLst>
        </pc:spChg>
        <pc:spChg chg="mod">
          <ac:chgData name="Janhvi Ahire" userId="cefbd9f62291a2ab" providerId="LiveId" clId="{B19EA55F-1867-430D-902D-AE5110608BFF}" dt="2026-09-07T04:09:57.588" v="21"/>
          <ac:spMkLst>
            <pc:docMk/>
            <pc:sldMk cId="487685833" sldId="263"/>
            <ac:spMk id="3" creationId="{715629D1-DBD8-7D22-03E5-29AF7A1FD459}"/>
          </ac:spMkLst>
        </pc:spChg>
      </pc:sldChg>
      <pc:sldChg chg="new del">
        <pc:chgData name="Janhvi Ahire" userId="cefbd9f62291a2ab" providerId="LiveId" clId="{B19EA55F-1867-430D-902D-AE5110608BFF}" dt="2026-09-07T04:14:30.130" v="24" actId="2696"/>
        <pc:sldMkLst>
          <pc:docMk/>
          <pc:sldMk cId="786065034" sldId="263"/>
        </pc:sldMkLst>
      </pc:sldChg>
      <pc:sldChg chg="modSp new mod">
        <pc:chgData name="Janhvi Ahire" userId="cefbd9f62291a2ab" providerId="LiveId" clId="{B19EA55F-1867-430D-902D-AE5110608BFF}" dt="2026-09-07T04:15:27.650" v="59" actId="20577"/>
        <pc:sldMkLst>
          <pc:docMk/>
          <pc:sldMk cId="3443396091" sldId="263"/>
        </pc:sldMkLst>
        <pc:spChg chg="mod">
          <ac:chgData name="Janhvi Ahire" userId="cefbd9f62291a2ab" providerId="LiveId" clId="{B19EA55F-1867-430D-902D-AE5110608BFF}" dt="2026-09-07T04:15:27.650" v="59" actId="20577"/>
          <ac:spMkLst>
            <pc:docMk/>
            <pc:sldMk cId="3443396091" sldId="263"/>
            <ac:spMk id="2" creationId="{E2AD6392-DD27-AB52-5E49-39C3105042AD}"/>
          </ac:spMkLst>
        </pc:spChg>
        <pc:spChg chg="mod">
          <ac:chgData name="Janhvi Ahire" userId="cefbd9f62291a2ab" providerId="LiveId" clId="{B19EA55F-1867-430D-902D-AE5110608BFF}" dt="2026-09-07T04:15:16.414" v="35"/>
          <ac:spMkLst>
            <pc:docMk/>
            <pc:sldMk cId="3443396091" sldId="263"/>
            <ac:spMk id="3" creationId="{E6C0AA63-0E79-C4BA-070E-6861166B6D4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44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4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68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0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546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42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83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331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5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31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96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4780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599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82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98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200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63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2A1E5CA-A743-46C3-B444-BD40CEF1CB4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390-321B-496A-9F73-9DB38AA56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6748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84A6-28A2-4B8C-6E6A-C281A9B246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Phishing Awareness Program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CA6BA-CCD3-6FB7-1103-7B55B51251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Cyber Security internship –</a:t>
            </a:r>
            <a:r>
              <a:rPr lang="en-IN" dirty="0" err="1"/>
              <a:t>CodSoft</a:t>
            </a:r>
            <a:r>
              <a:rPr lang="en-IN" dirty="0"/>
              <a:t> Task  2</a:t>
            </a:r>
          </a:p>
        </p:txBody>
      </p:sp>
    </p:spTree>
    <p:extLst>
      <p:ext uri="{BB962C8B-B14F-4D97-AF65-F5344CB8AC3E}">
        <p14:creationId xmlns:p14="http://schemas.microsoft.com/office/powerpoint/2010/main" val="310272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DAB7-6330-18F7-7CE8-3F7D7B83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8FFB0-5F0E-F76A-5228-630C66EB1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Cyberattack where scammers pretend to be trusted sources</a:t>
            </a:r>
          </a:p>
          <a:p>
            <a:r>
              <a:rPr lang="en-IN" dirty="0"/>
              <a:t>Goal: trick people into revealing passwords,  OTPs , or  money  </a:t>
            </a:r>
          </a:p>
          <a:p>
            <a:r>
              <a:rPr lang="en-IN" dirty="0"/>
              <a:t>Delivered via fake emails, messages , calls , or websites  </a:t>
            </a:r>
          </a:p>
          <a:p>
            <a:r>
              <a:rPr lang="en-IN" dirty="0"/>
              <a:t>One of the most common cyberattacks worldwide </a:t>
            </a:r>
          </a:p>
        </p:txBody>
      </p:sp>
    </p:spTree>
    <p:extLst>
      <p:ext uri="{BB962C8B-B14F-4D97-AF65-F5344CB8AC3E}">
        <p14:creationId xmlns:p14="http://schemas.microsoft.com/office/powerpoint/2010/main" val="89112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C7EC-638D-6254-FA9D-52C292C8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Phishing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0807-86C3-D8B9-7D22-684B04B47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Urgency: "Your account will be blocked in 24 hours!“</a:t>
            </a:r>
          </a:p>
          <a:p>
            <a:r>
              <a:rPr lang="en-US" dirty="0"/>
              <a:t>Fake login pages that look identical to real websites</a:t>
            </a:r>
          </a:p>
          <a:p>
            <a:r>
              <a:rPr lang="en-US" dirty="0"/>
              <a:t>Spoofed sender addresses (looks like your bank/company)</a:t>
            </a:r>
          </a:p>
          <a:p>
            <a:r>
              <a:rPr lang="en-US" dirty="0"/>
              <a:t>Suspicious links and attachments</a:t>
            </a:r>
          </a:p>
          <a:p>
            <a:r>
              <a:rPr lang="en-US" dirty="0"/>
              <a:t>Offers that seem too good to be true (prizes, refunds)</a:t>
            </a:r>
          </a:p>
          <a:p>
            <a:r>
              <a:rPr lang="en-US" dirty="0"/>
              <a:t>Fake calls or messages pretending to be tech support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29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8730-E716-5E3A-9206-F897BFED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Spot a Phishing Attempt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5A2D4-148B-A03D-D2B6-04AB0A0BD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sender's actual email address, not just the name</a:t>
            </a:r>
          </a:p>
          <a:p>
            <a:r>
              <a:rPr lang="en-US" dirty="0"/>
              <a:t>Hover over links before clicking to see the real URL</a:t>
            </a:r>
          </a:p>
          <a:p>
            <a:r>
              <a:rPr lang="en-US" dirty="0"/>
              <a:t>Look for spelling/grammar mistakes in the message</a:t>
            </a:r>
          </a:p>
          <a:p>
            <a:r>
              <a:rPr lang="en-US" dirty="0"/>
              <a:t>Check if the website has "https://" and a padlock icon</a:t>
            </a:r>
          </a:p>
          <a:p>
            <a:r>
              <a:rPr lang="en-US" dirty="0"/>
              <a:t>Be suspicious of unexpected attachments</a:t>
            </a:r>
          </a:p>
          <a:p>
            <a:r>
              <a:rPr lang="en-US"/>
              <a:t>Genuine companies never ask for passwords/OTP via email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35C9B-0C98-5AE7-08FD-AC1163033D73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27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BCB3-0032-3984-E52C-E243A1E3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Safety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212B4-4A16-C6B7-311B-3122FA74C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click links or download attachments from unknown senders</a:t>
            </a:r>
          </a:p>
          <a:p>
            <a:r>
              <a:rPr lang="en-US" dirty="0"/>
              <a:t>Always type the website address yourself instead of clicking links</a:t>
            </a:r>
          </a:p>
          <a:p>
            <a:r>
              <a:rPr lang="en-US" dirty="0"/>
              <a:t>Enable Two-Factor Authentication (2FA) wherever possible</a:t>
            </a:r>
          </a:p>
          <a:p>
            <a:r>
              <a:rPr lang="en-US" dirty="0"/>
              <a:t>Verify requests by calling the company directly (not using numbers from the suspicious message)</a:t>
            </a:r>
          </a:p>
          <a:p>
            <a:r>
              <a:rPr lang="en-US" dirty="0"/>
              <a:t>Keep your software and browser updated</a:t>
            </a:r>
          </a:p>
          <a:p>
            <a:r>
              <a:rPr lang="en-US" dirty="0"/>
              <a:t>Report phishing emails instead of just deleting them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73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8506-204F-4CED-6C90-824538FC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A08F-8F68-1910-72BD-EE0C28987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Scenario: You receive an email saying "Your bank account is suspended, click here to verify"</a:t>
            </a:r>
          </a:p>
          <a:p>
            <a:r>
              <a:rPr lang="en-US" dirty="0"/>
              <a:t>The link leads to a page that looks exactly like your bank's website</a:t>
            </a:r>
          </a:p>
          <a:p>
            <a:r>
              <a:rPr lang="en-US" dirty="0"/>
              <a:t>You enter your username and password — but it goes straight to the scammer</a:t>
            </a:r>
          </a:p>
          <a:p>
            <a:r>
              <a:rPr lang="en-US" dirty="0"/>
              <a:t>Red flags: urgent tone, generic greeting ("Dear Customer"), suspicious link (not the bank's real domain)</a:t>
            </a:r>
          </a:p>
          <a:p>
            <a:r>
              <a:rPr lang="en-US" dirty="0"/>
              <a:t>Lesson: Always verify directly through the official app or website, never through email links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58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8C3A-3ABC-BF96-152B-50999CBFE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8E816-9D03-9C56-2EB7-91BE6AFE6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Q1: An email says "Click here immediately or your account will be deleted!" Is this a red flag? (Yes/No)</a:t>
            </a:r>
          </a:p>
          <a:p>
            <a:r>
              <a:rPr lang="en-US" dirty="0"/>
              <a:t>Q2: True or False — Genuine banks ask for your password via email</a:t>
            </a:r>
          </a:p>
          <a:p>
            <a:r>
              <a:rPr lang="en-US" dirty="0"/>
              <a:t>Q3: What should you check before clicking a link in an email?</a:t>
            </a:r>
          </a:p>
          <a:p>
            <a:r>
              <a:rPr lang="en-US" dirty="0"/>
              <a:t>Q4: Name one way to verify if a website is secure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99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6392-DD27-AB52-5E49-39C31050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0AA63-0E79-C4BA-070E-6861166B6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tricks people using urgency, fake links, and impersonation</a:t>
            </a:r>
          </a:p>
          <a:p>
            <a:r>
              <a:rPr lang="en-US" dirty="0"/>
              <a:t>Always verify sender, links, and website security before entering info</a:t>
            </a:r>
          </a:p>
          <a:p>
            <a:r>
              <a:rPr lang="en-US" dirty="0"/>
              <a:t>When in doubt, don't click — contact the company directly</a:t>
            </a:r>
          </a:p>
          <a:p>
            <a:r>
              <a:rPr lang="en-US" dirty="0"/>
              <a:t>Staying alert is the best defense against phishing attacks</a:t>
            </a:r>
          </a:p>
          <a:p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396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</TotalTime>
  <Words>439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Phishing Awareness Program </vt:lpstr>
      <vt:lpstr>What is Phishing?</vt:lpstr>
      <vt:lpstr>Common Phishing Tricks</vt:lpstr>
      <vt:lpstr>How to Spot a Phishing Attempt</vt:lpstr>
      <vt:lpstr>Practical Safety Tips</vt:lpstr>
      <vt:lpstr>Real-Life Example</vt:lpstr>
      <vt:lpstr>Quick Quiz</vt:lpstr>
      <vt:lpstr>                       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Janhvi Ahire</dc:creator>
  <cp:lastModifiedBy>Janhvi Ahire</cp:lastModifiedBy>
  <cp:revision>1</cp:revision>
  <dcterms:created xsi:type="dcterms:W3CDTF">2026-09-06T23:55:30Z</dcterms:created>
  <dcterms:modified xsi:type="dcterms:W3CDTF">2026-09-07T04:55:37Z</dcterms:modified>
</cp:coreProperties>
</file>